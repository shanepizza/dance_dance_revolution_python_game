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3204" autoAdjust="0"/>
  </p:normalViewPr>
  <p:slideViewPr>
    <p:cSldViewPr snapToGrid="0">
      <p:cViewPr>
        <p:scale>
          <a:sx n="75" d="100"/>
          <a:sy n="75" d="100"/>
        </p:scale>
        <p:origin x="1308" y="700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going to use a list of arrows in the </a:t>
            </a:r>
            <a:r>
              <a:rPr lang="en-US" dirty="0" err="1"/>
              <a:t>Game_frame</a:t>
            </a:r>
            <a:r>
              <a:rPr lang="en-US" dirty="0"/>
              <a:t> class. </a:t>
            </a:r>
          </a:p>
          <a:p>
            <a:r>
              <a:rPr lang="en-US" dirty="0"/>
              <a:t>Keep things readable and simple. I also needed a simple way to randomly select which direction the arrows are going to face.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file org is a mess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Dance, Dance, Revolution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226ED5-6237-AA10-9659-4EE3E9970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10" y="2271010"/>
            <a:ext cx="5746693" cy="436963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E4B4FE-22F0-94D9-EDAD-210829C7C4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" t="2079" r="2655" b="2267"/>
          <a:stretch>
            <a:fillRect/>
          </a:stretch>
        </p:blipFill>
        <p:spPr bwMode="auto">
          <a:xfrm>
            <a:off x="6193964" y="2271010"/>
            <a:ext cx="5794326" cy="43696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2C40E95E-E149-1B6E-2237-C92570545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09" y="935904"/>
            <a:ext cx="11270582" cy="868183"/>
          </a:xfrm>
        </p:spPr>
        <p:txBody>
          <a:bodyPr/>
          <a:lstStyle/>
          <a:p>
            <a:pPr algn="ctr"/>
            <a:r>
              <a:rPr lang="en-US" dirty="0"/>
              <a:t>The Idea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4CFD6F-CE08-75E6-3B2D-911968E16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111" y="109578"/>
            <a:ext cx="9421778" cy="663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3DA0AD-C36F-D608-1AE3-3E22287D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09" y="250104"/>
            <a:ext cx="11270582" cy="868183"/>
          </a:xfrm>
        </p:spPr>
        <p:txBody>
          <a:bodyPr/>
          <a:lstStyle/>
          <a:p>
            <a:r>
              <a:rPr lang="en-US" dirty="0"/>
              <a:t>Factory Design Pattern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D6C673-7802-49FD-8EF0-FAE046911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09" y="1429443"/>
            <a:ext cx="11270582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DA0359-93C6-190A-7AB0-0971DDAA7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579" y="2289504"/>
            <a:ext cx="8695523" cy="1492401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49F0DACA-9230-5C30-C2AE-94FE7489E0A8}"/>
              </a:ext>
            </a:extLst>
          </p:cNvPr>
          <p:cNvSpPr txBox="1">
            <a:spLocks/>
          </p:cNvSpPr>
          <p:nvPr/>
        </p:nvSpPr>
        <p:spPr>
          <a:xfrm>
            <a:off x="2252439" y="923547"/>
            <a:ext cx="9850661" cy="868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Observer Design Pattern</a:t>
            </a:r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B93B3C-E9C0-02FC-FD8B-7F4E0F268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15751">
            <a:off x="3591620" y="-1222079"/>
            <a:ext cx="3483272" cy="943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270" y="503045"/>
            <a:ext cx="6347460" cy="862205"/>
          </a:xfrm>
        </p:spPr>
        <p:txBody>
          <a:bodyPr/>
          <a:lstStyle/>
          <a:p>
            <a:r>
              <a:rPr lang="en-US" dirty="0"/>
              <a:t>Testing each class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86DAF6-8A72-27D0-38AB-C3DAFB40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10" y="1416050"/>
            <a:ext cx="9843379" cy="521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477" y="85724"/>
            <a:ext cx="7606895" cy="2029967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06291" y="828675"/>
            <a:ext cx="7615274" cy="2978150"/>
          </a:xfrm>
        </p:spPr>
        <p:txBody>
          <a:bodyPr>
            <a:normAutofit/>
          </a:bodyPr>
          <a:lstStyle/>
          <a:p>
            <a:r>
              <a:rPr lang="en-US" dirty="0"/>
              <a:t>Frames Vs. Canvas Vs. </a:t>
            </a:r>
            <a:r>
              <a:rPr lang="en-US" dirty="0" err="1"/>
              <a:t>Canvas_Images</a:t>
            </a:r>
            <a:endParaRPr lang="en-US" dirty="0"/>
          </a:p>
          <a:p>
            <a:r>
              <a:rPr lang="en-US" dirty="0"/>
              <a:t>Planning Reliability </a:t>
            </a:r>
          </a:p>
          <a:p>
            <a:endParaRPr lang="en-US" dirty="0"/>
          </a:p>
          <a:p>
            <a:r>
              <a:rPr lang="en-US" sz="2800" b="1" dirty="0"/>
              <a:t>Reusability is over 9000!</a:t>
            </a:r>
          </a:p>
          <a:p>
            <a:endParaRPr lang="en-US" sz="2800" b="1" dirty="0"/>
          </a:p>
          <a:p>
            <a:r>
              <a:rPr lang="en-US" dirty="0"/>
              <a:t>Did not pre plan tests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Placeholder 5" descr="A cartoon of a person with glasses&#10;&#10;AI-generated content may be incorrect.">
            <a:extLst>
              <a:ext uri="{FF2B5EF4-FFF2-40B4-BE49-F238E27FC236}">
                <a16:creationId xmlns:a16="http://schemas.microsoft.com/office/drawing/2014/main" id="{60CEE108-1F99-156A-E936-7FF8D21396C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8231" r="38231"/>
          <a:stretch>
            <a:fillRect/>
          </a:stretch>
        </p:blipFill>
        <p:spPr>
          <a:xfrm>
            <a:off x="0" y="0"/>
            <a:ext cx="4112284" cy="6858000"/>
          </a:xfr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76</TotalTime>
  <Words>99</Words>
  <Application>Microsoft Office PowerPoint</Application>
  <PresentationFormat>Widescreen</PresentationFormat>
  <Paragraphs>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Custom</vt:lpstr>
      <vt:lpstr>Dance, Dance, Revolution</vt:lpstr>
      <vt:lpstr>The Idea</vt:lpstr>
      <vt:lpstr>PowerPoint Presentation</vt:lpstr>
      <vt:lpstr>PowerPoint Presentation</vt:lpstr>
      <vt:lpstr>Factory Design Pattern</vt:lpstr>
      <vt:lpstr>PowerPoint Presentation</vt:lpstr>
      <vt:lpstr>PowerPoint Presentation</vt:lpstr>
      <vt:lpstr>Testing each class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Carling</dc:creator>
  <cp:lastModifiedBy>Adam Carling</cp:lastModifiedBy>
  <cp:revision>1</cp:revision>
  <dcterms:created xsi:type="dcterms:W3CDTF">2025-11-18T09:27:05Z</dcterms:created>
  <dcterms:modified xsi:type="dcterms:W3CDTF">2025-11-18T10:43:50Z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